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65A"/>
    <a:srgbClr val="4B91F1"/>
    <a:srgbClr val="77D4FC"/>
    <a:srgbClr val="91CFEB"/>
    <a:srgbClr val="2497CA"/>
    <a:srgbClr val="4AB1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66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AE14-8CC5-48BD-99F7-EC037E6CF1BF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8573-8F43-4BCB-915E-E89CEA723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47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AE14-8CC5-48BD-99F7-EC037E6CF1BF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8573-8F43-4BCB-915E-E89CEA723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7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AE14-8CC5-48BD-99F7-EC037E6CF1BF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8573-8F43-4BCB-915E-E89CEA723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73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AE14-8CC5-48BD-99F7-EC037E6CF1BF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8573-8F43-4BCB-915E-E89CEA723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6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AE14-8CC5-48BD-99F7-EC037E6CF1BF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8573-8F43-4BCB-915E-E89CEA723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61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AE14-8CC5-48BD-99F7-EC037E6CF1BF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8573-8F43-4BCB-915E-E89CEA723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75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AE14-8CC5-48BD-99F7-EC037E6CF1BF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8573-8F43-4BCB-915E-E89CEA723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1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AE14-8CC5-48BD-99F7-EC037E6CF1BF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8573-8F43-4BCB-915E-E89CEA723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98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AE14-8CC5-48BD-99F7-EC037E6CF1BF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8573-8F43-4BCB-915E-E89CEA723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97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AE14-8CC5-48BD-99F7-EC037E6CF1BF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8573-8F43-4BCB-915E-E89CEA723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49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AE14-8CC5-48BD-99F7-EC037E6CF1BF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E8573-8F43-4BCB-915E-E89CEA723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67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8AE14-8CC5-48BD-99F7-EC037E6CF1BF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E8573-8F43-4BCB-915E-E89CEA723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6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adeline5121283119.wikidot.com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286084&amp;picture=compras-en-linea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913615-B7EA-4B02-B496-87B670ACF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918" y="2379353"/>
            <a:ext cx="8909785" cy="179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15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18A1B-7854-4376-A22D-DA4A7D164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24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77D4FC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2E54A-3EA5-4AFC-8D0F-B57FC2FDD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kern="100" dirty="0" err="1">
                <a:solidFill>
                  <a:srgbClr val="4B91F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MeroPasal</a:t>
            </a:r>
            <a:r>
              <a:rPr lang="en-GB" sz="2400" kern="100" dirty="0">
                <a:solidFill>
                  <a:srgbClr val="4B91F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is an online e-commerce platform that empowers individuals to sell their handmade goods and materials.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kern="100" dirty="0">
                <a:solidFill>
                  <a:srgbClr val="4B91F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You can create an account and start managing your online business with a click of a button. No need for setting up a website and buying a domain.</a:t>
            </a:r>
            <a:endParaRPr lang="en-US" sz="2400" kern="100" dirty="0">
              <a:solidFill>
                <a:srgbClr val="4B91F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E327B4-C3D7-4318-93B0-6A2AC75B1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14974" y="1421753"/>
            <a:ext cx="4628950" cy="46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71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0FC2F-1DAD-49D3-82E5-6F8B12EA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7D4FC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8845-E3F8-4DF9-AB43-F8545C1C4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4B91F1"/>
                </a:solidFill>
              </a:rPr>
              <a:t>As an individual user, you can find anything on MeroPasal. Support your local sellers while also getting anything you desire.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4B91F1"/>
                </a:solidFill>
              </a:rPr>
              <a:t>Take advantage of competitive pricing to get the best quality for the best of price. </a:t>
            </a:r>
            <a:endParaRPr lang="en-US" sz="3200" dirty="0">
              <a:solidFill>
                <a:srgbClr val="4B91F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87F0D-4B44-4D06-979C-678EF68D5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0" y="1937084"/>
            <a:ext cx="540976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3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05625-7BA4-42EA-9A4C-3C2297BA6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7D4FC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634E1-A5BD-44BC-BA3A-2051A1510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4B91F1"/>
                </a:solidFill>
              </a:rPr>
              <a:t>Industrial monopoly.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4B91F1"/>
                </a:solidFill>
              </a:rPr>
              <a:t>Lack of handcrafted and handmade goods and products.</a:t>
            </a:r>
          </a:p>
          <a:p>
            <a:r>
              <a:rPr lang="en-US" sz="2400" dirty="0">
                <a:solidFill>
                  <a:srgbClr val="4B91F1"/>
                </a:solidFill>
              </a:rPr>
              <a:t>Different prices across different platform.</a:t>
            </a:r>
          </a:p>
          <a:p>
            <a:r>
              <a:rPr lang="en-US" sz="2400" dirty="0">
                <a:solidFill>
                  <a:srgbClr val="4B91F1"/>
                </a:solidFill>
              </a:rPr>
              <a:t>Lack of quality goods.</a:t>
            </a:r>
          </a:p>
        </p:txBody>
      </p:sp>
      <p:pic>
        <p:nvPicPr>
          <p:cNvPr id="2050" name="Picture 2" descr="Picture">
            <a:extLst>
              <a:ext uri="{FF2B5EF4-FFF2-40B4-BE49-F238E27FC236}">
                <a16:creationId xmlns:a16="http://schemas.microsoft.com/office/drawing/2014/main" id="{581E060C-EB4D-40E9-A1D0-87C2D920E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504" y="1825625"/>
            <a:ext cx="6155868" cy="36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861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E81C0-0F0D-4AEE-BB4C-F7772DEF8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7D4FC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AA5E1-489D-4163-B05A-0A5F303F1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4B91F1"/>
                </a:solidFill>
              </a:rPr>
              <a:t>Create a user-friendly platform that allows individuals to easily list and sell their goods.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4B91F1"/>
                </a:solidFill>
              </a:rPr>
              <a:t>Provide a platform for users to easily search and purchase quality products.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21ADE49-8053-4511-B0E7-E29E1ADDF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9748" y="1459865"/>
            <a:ext cx="6192252" cy="4128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972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04A59-A2C7-438C-912B-6C9E2320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7D4FC"/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A6F2C-2CBC-40BB-BAAC-31A6B10D5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204" y="2137089"/>
            <a:ext cx="10705596" cy="4039874"/>
          </a:xfrm>
        </p:spPr>
        <p:txBody>
          <a:bodyPr numCol="2"/>
          <a:lstStyle/>
          <a:p>
            <a:pPr marL="0" indent="0">
              <a:buNone/>
            </a:pPr>
            <a:r>
              <a:rPr lang="en-US" sz="2400" dirty="0">
                <a:solidFill>
                  <a:srgbClr val="4B91F1"/>
                </a:solidFill>
              </a:rPr>
              <a:t>Waterfall Model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4B91F1"/>
                </a:solidFill>
              </a:rPr>
              <a:t>Pros:</a:t>
            </a:r>
          </a:p>
          <a:p>
            <a:r>
              <a:rPr lang="en-US" sz="2400" dirty="0">
                <a:solidFill>
                  <a:srgbClr val="4B91F1"/>
                </a:solidFill>
              </a:rPr>
              <a:t>Clear structure.</a:t>
            </a:r>
          </a:p>
          <a:p>
            <a:r>
              <a:rPr lang="en-US" sz="2400" dirty="0">
                <a:solidFill>
                  <a:srgbClr val="4B91F1"/>
                </a:solidFill>
              </a:rPr>
              <a:t>Define end goal early.</a:t>
            </a:r>
          </a:p>
          <a:p>
            <a:pPr marL="0" indent="0">
              <a:buNone/>
            </a:pPr>
            <a:endParaRPr lang="en-US" sz="2400" dirty="0">
              <a:solidFill>
                <a:srgbClr val="4B91F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4B91F1"/>
                </a:solidFill>
              </a:rPr>
              <a:t>Cons:</a:t>
            </a:r>
          </a:p>
          <a:p>
            <a:r>
              <a:rPr lang="en-US" sz="2400" dirty="0">
                <a:solidFill>
                  <a:srgbClr val="4B91F1"/>
                </a:solidFill>
              </a:rPr>
              <a:t>Makes </a:t>
            </a:r>
            <a:r>
              <a:rPr lang="en-US" sz="2400" dirty="0" err="1">
                <a:solidFill>
                  <a:srgbClr val="4B91F1"/>
                </a:solidFill>
              </a:rPr>
              <a:t>chages</a:t>
            </a:r>
            <a:r>
              <a:rPr lang="en-US" sz="2400" dirty="0">
                <a:solidFill>
                  <a:srgbClr val="4B91F1"/>
                </a:solidFill>
              </a:rPr>
              <a:t> difficult.</a:t>
            </a:r>
          </a:p>
          <a:p>
            <a:r>
              <a:rPr lang="en-US" sz="2400" dirty="0">
                <a:solidFill>
                  <a:srgbClr val="4B91F1"/>
                </a:solidFill>
              </a:rPr>
              <a:t>Delays testing until completion</a:t>
            </a:r>
            <a:r>
              <a:rPr lang="en-US" dirty="0">
                <a:solidFill>
                  <a:srgbClr val="4B91F1"/>
                </a:solidFill>
              </a:rPr>
              <a:t>.</a:t>
            </a:r>
          </a:p>
          <a:p>
            <a:endParaRPr lang="en-US" dirty="0">
              <a:solidFill>
                <a:srgbClr val="4B91F1"/>
              </a:solidFill>
            </a:endParaRPr>
          </a:p>
          <a:p>
            <a:endParaRPr lang="en-US" dirty="0">
              <a:solidFill>
                <a:srgbClr val="4B91F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7AB9BD-1270-4044-9A4E-79834B31E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782" y="2137088"/>
            <a:ext cx="6678251" cy="359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45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1673-C615-4A21-934B-CFD500D7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7D4FC"/>
                </a:solidFill>
              </a:rPr>
              <a:t>Use</a:t>
            </a:r>
            <a:r>
              <a:rPr lang="en-US" dirty="0"/>
              <a:t> </a:t>
            </a:r>
            <a:r>
              <a:rPr lang="en-US" dirty="0">
                <a:solidFill>
                  <a:srgbClr val="77D4FC"/>
                </a:solidFill>
              </a:rPr>
              <a:t>Case: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9273DB-FD0F-490E-9746-858A3AA79E1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139" y="1669984"/>
            <a:ext cx="8123721" cy="518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292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43AAF-41D2-4E40-83BD-573EA065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7D4FC"/>
                </a:solidFill>
              </a:rPr>
              <a:t>ER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DD6BA0-4F12-4592-9462-26984CD09D5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062" y="1299411"/>
            <a:ext cx="7171578" cy="486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722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0E7B2-05D0-41D6-9BC4-96735E55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7D4FC"/>
                </a:solidFill>
              </a:rPr>
              <a:t>DFD diagram level 0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9A1C9E-2B1E-4920-843F-AD7E2B751DF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533" y="2040635"/>
            <a:ext cx="9182501" cy="379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54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6AE3D-A108-4FBE-A872-83A30215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7D4FC"/>
                </a:solidFill>
              </a:rPr>
              <a:t>DFD diagram level 1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CD1B8A-9A1D-4F02-A89A-C6E9A40432A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817" y="1690688"/>
            <a:ext cx="7141945" cy="467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19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CB9-44DB-4880-ACF2-BEF3A16EE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7D4FC"/>
                </a:solidFill>
              </a:rPr>
              <a:t>DFD diagram level 2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E1CB32-F90D-43C3-AD3C-73396652DB2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646" y="1690688"/>
            <a:ext cx="7584707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18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15FE8-88E7-4749-9E24-ADBE79BDE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7D4FC"/>
                </a:solidFill>
              </a:rPr>
              <a:t>Description of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A7C6C-2C65-4BBA-975F-1838540DB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GB" sz="2400" kern="100" dirty="0">
                <a:solidFill>
                  <a:srgbClr val="4B91F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Binary Search: Efficient algorithm to search for specific items in a sorted list. </a:t>
            </a:r>
            <a:endParaRPr lang="en-US" sz="2400" kern="100" dirty="0">
              <a:solidFill>
                <a:srgbClr val="4B91F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GB" sz="2400" kern="100" dirty="0">
                <a:solidFill>
                  <a:srgbClr val="4B91F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Recommendation algorithm: Algorithm that recommends items to users based on similarity to items they have liked before. 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GB" sz="2400" kern="100" dirty="0">
                <a:solidFill>
                  <a:srgbClr val="4B91F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Personalization Algorithms: Personalization algorithms are used to customize the user experience by tailoring product recommendations, content, and promotions to individual user preferences.</a:t>
            </a:r>
          </a:p>
        </p:txBody>
      </p:sp>
    </p:spTree>
    <p:extLst>
      <p:ext uri="{BB962C8B-B14F-4D97-AF65-F5344CB8AC3E}">
        <p14:creationId xmlns:p14="http://schemas.microsoft.com/office/powerpoint/2010/main" val="99138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5AF2E-4EA0-4687-A3F4-70395F3FD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7D4FC"/>
                </a:solidFill>
              </a:rPr>
              <a:t>Gantt Chart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7B9DD7-2B1A-4F79-BD22-300E7CB0472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38940"/>
            <a:ext cx="10515600" cy="272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50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248</Words>
  <Application>Microsoft Office PowerPoint</Application>
  <PresentationFormat>Widescreen</PresentationFormat>
  <Paragraphs>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Introduction</vt:lpstr>
      <vt:lpstr>Introduction</vt:lpstr>
      <vt:lpstr>Problem Statement</vt:lpstr>
      <vt:lpstr>Objectives</vt:lpstr>
      <vt:lpstr>Methodology</vt:lpstr>
      <vt:lpstr>Use Case:</vt:lpstr>
      <vt:lpstr>ER diagram</vt:lpstr>
      <vt:lpstr>DFD diagram level 0</vt:lpstr>
      <vt:lpstr>DFD diagram level 1</vt:lpstr>
      <vt:lpstr>DFD diagram level 2</vt:lpstr>
      <vt:lpstr>Description of Algorithm</vt:lpstr>
      <vt:lpstr>Gantt Chart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MeroPasal</dc:title>
  <dc:creator>pramit khatri</dc:creator>
  <cp:lastModifiedBy>pramit khatri</cp:lastModifiedBy>
  <cp:revision>7</cp:revision>
  <dcterms:created xsi:type="dcterms:W3CDTF">2023-07-13T14:54:43Z</dcterms:created>
  <dcterms:modified xsi:type="dcterms:W3CDTF">2023-07-13T15:43:23Z</dcterms:modified>
</cp:coreProperties>
</file>